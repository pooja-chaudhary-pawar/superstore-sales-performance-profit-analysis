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01E56-948A-49D7-9A82-3C7B53EED814}" v="60" dt="2026-06-12T18:16:43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1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Chaudhary" userId="0797a4ffb1424043" providerId="LiveId" clId="{DBD0AE2D-0AC8-47ED-AE26-E7EEDC3E99FC}"/>
    <pc:docChg chg="undo custSel addSld delSld modSld">
      <pc:chgData name="Pooja Chaudhary" userId="0797a4ffb1424043" providerId="LiveId" clId="{DBD0AE2D-0AC8-47ED-AE26-E7EEDC3E99FC}" dt="2026-06-12T18:16:45.849" v="1599" actId="2711"/>
      <pc:docMkLst>
        <pc:docMk/>
      </pc:docMkLst>
      <pc:sldChg chg="modNotesTx">
        <pc:chgData name="Pooja Chaudhary" userId="0797a4ffb1424043" providerId="LiveId" clId="{DBD0AE2D-0AC8-47ED-AE26-E7EEDC3E99FC}" dt="2026-06-12T18:11:19.508" v="1560" actId="20577"/>
        <pc:sldMkLst>
          <pc:docMk/>
          <pc:sldMk cId="0" sldId="256"/>
        </pc:sldMkLst>
      </pc:sldChg>
      <pc:sldChg chg="addSp delSp modSp mod setBg modClrScheme setClrOvrMap chgLayout modNotesTx">
        <pc:chgData name="Pooja Chaudhary" userId="0797a4ffb1424043" providerId="LiveId" clId="{DBD0AE2D-0AC8-47ED-AE26-E7EEDC3E99FC}" dt="2026-06-12T18:08:41.970" v="799" actId="20577"/>
        <pc:sldMkLst>
          <pc:docMk/>
          <pc:sldMk cId="0" sldId="263"/>
        </pc:sldMkLst>
        <pc:spChg chg="del mod ord">
          <ac:chgData name="Pooja Chaudhary" userId="0797a4ffb1424043" providerId="LiveId" clId="{DBD0AE2D-0AC8-47ED-AE26-E7EEDC3E99FC}" dt="2026-06-11T18:16:41.945" v="187" actId="700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0:44.069" v="196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0:44.071" v="198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0:44.073" v="200"/>
          <ac:spMkLst>
            <pc:docMk/>
            <pc:sldMk cId="0" sldId="263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36:11.987" v="549" actId="26606"/>
          <ac:spMkLst>
            <pc:docMk/>
            <pc:sldMk cId="0" sldId="263"/>
            <ac:spMk id="6" creationId="{DC7404AD-2BCC-50EB-5E6C-9888392EC49B}"/>
          </ac:spMkLst>
        </pc:spChg>
        <pc:spChg chg="add mod ord">
          <ac:chgData name="Pooja Chaudhary" userId="0797a4ffb1424043" providerId="LiveId" clId="{DBD0AE2D-0AC8-47ED-AE26-E7EEDC3E99FC}" dt="2026-06-12T05:36:11.987" v="549" actId="26606"/>
          <ac:spMkLst>
            <pc:docMk/>
            <pc:sldMk cId="0" sldId="263"/>
            <ac:spMk id="7" creationId="{EB30AE57-133E-2C77-E331-604187A7EA54}"/>
          </ac:spMkLst>
        </pc:spChg>
        <pc:spChg chg="add del">
          <ac:chgData name="Pooja Chaudhary" userId="0797a4ffb1424043" providerId="LiveId" clId="{DBD0AE2D-0AC8-47ED-AE26-E7EEDC3E99FC}" dt="2026-06-12T05:36:02.751" v="544" actId="26606"/>
          <ac:spMkLst>
            <pc:docMk/>
            <pc:sldMk cId="0" sldId="263"/>
            <ac:spMk id="14" creationId="{95CB840F-8E41-4CA5-B79B-25CC80AD234A}"/>
          </ac:spMkLst>
        </pc:spChg>
        <pc:spChg chg="add del">
          <ac:chgData name="Pooja Chaudhary" userId="0797a4ffb1424043" providerId="LiveId" clId="{DBD0AE2D-0AC8-47ED-AE26-E7EEDC3E99FC}" dt="2026-06-12T05:36:06.105" v="546" actId="26606"/>
          <ac:spMkLst>
            <pc:docMk/>
            <pc:sldMk cId="0" sldId="263"/>
            <ac:spMk id="16" creationId="{37D54B6C-87D0-4C03-8335-3955179D2B5B}"/>
          </ac:spMkLst>
        </pc:spChg>
        <pc:spChg chg="add del">
          <ac:chgData name="Pooja Chaudhary" userId="0797a4ffb1424043" providerId="LiveId" clId="{DBD0AE2D-0AC8-47ED-AE26-E7EEDC3E99FC}" dt="2026-06-12T05:36:11.942" v="548" actId="26606"/>
          <ac:spMkLst>
            <pc:docMk/>
            <pc:sldMk cId="0" sldId="263"/>
            <ac:spMk id="18" creationId="{37D54B6C-87D0-4C03-8335-3955179D2B5B}"/>
          </ac:spMkLst>
        </pc:spChg>
        <pc:picChg chg="add mod ord">
          <ac:chgData name="Pooja Chaudhary" userId="0797a4ffb1424043" providerId="LiveId" clId="{DBD0AE2D-0AC8-47ED-AE26-E7EEDC3E99FC}" dt="2026-06-12T05:36:11.987" v="549" actId="26606"/>
          <ac:picMkLst>
            <pc:docMk/>
            <pc:sldMk cId="0" sldId="263"/>
            <ac:picMk id="9" creationId="{F1D788E9-322C-6B00-8E68-041FE47C005B}"/>
          </ac:picMkLst>
        </pc:picChg>
      </pc:sldChg>
      <pc:sldChg chg="addSp delSp modSp mod setBg modClrScheme setClrOvrMap chgLayout modNotesTx">
        <pc:chgData name="Pooja Chaudhary" userId="0797a4ffb1424043" providerId="LiveId" clId="{DBD0AE2D-0AC8-47ED-AE26-E7EEDC3E99FC}" dt="2026-06-12T18:08:56.098" v="952" actId="20577"/>
        <pc:sldMkLst>
          <pc:docMk/>
          <pc:sldMk cId="0" sldId="264"/>
        </pc:sldMkLst>
        <pc:spChg chg="del mod ord">
          <ac:chgData name="Pooja Chaudhary" userId="0797a4ffb1424043" providerId="LiveId" clId="{DBD0AE2D-0AC8-47ED-AE26-E7EEDC3E99FC}" dt="2026-06-11T18:23:10.053" v="208" actId="700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4:27.701" v="218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4:27.703" v="220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24:27.705" v="222"/>
          <ac:spMkLst>
            <pc:docMk/>
            <pc:sldMk cId="0" sldId="264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47:59.110" v="585" actId="26606"/>
          <ac:spMkLst>
            <pc:docMk/>
            <pc:sldMk cId="0" sldId="264"/>
            <ac:spMk id="6" creationId="{7B2A5DC9-3D6F-223A-790B-4254073DCA45}"/>
          </ac:spMkLst>
        </pc:spChg>
        <pc:spChg chg="add mod ord">
          <ac:chgData name="Pooja Chaudhary" userId="0797a4ffb1424043" providerId="LiveId" clId="{DBD0AE2D-0AC8-47ED-AE26-E7EEDC3E99FC}" dt="2026-06-12T05:47:59.110" v="585" actId="26606"/>
          <ac:spMkLst>
            <pc:docMk/>
            <pc:sldMk cId="0" sldId="264"/>
            <ac:spMk id="7" creationId="{03C794C9-B391-CBAC-6DB0-F925C8F3A120}"/>
          </ac:spMkLst>
        </pc:spChg>
        <pc:spChg chg="add del">
          <ac:chgData name="Pooja Chaudhary" userId="0797a4ffb1424043" providerId="LiveId" clId="{DBD0AE2D-0AC8-47ED-AE26-E7EEDC3E99FC}" dt="2026-06-12T05:47:59.110" v="585" actId="26606"/>
          <ac:spMkLst>
            <pc:docMk/>
            <pc:sldMk cId="0" sldId="264"/>
            <ac:spMk id="14" creationId="{95CB840F-8E41-4CA5-B79B-25CC80AD234A}"/>
          </ac:spMkLst>
        </pc:spChg>
        <pc:picChg chg="add mod">
          <ac:chgData name="Pooja Chaudhary" userId="0797a4ffb1424043" providerId="LiveId" clId="{DBD0AE2D-0AC8-47ED-AE26-E7EEDC3E99FC}" dt="2026-06-12T05:47:59.110" v="585" actId="26606"/>
          <ac:picMkLst>
            <pc:docMk/>
            <pc:sldMk cId="0" sldId="264"/>
            <ac:picMk id="9" creationId="{6D078206-D587-C33B-625F-D60C53A744CD}"/>
          </ac:picMkLst>
        </pc:picChg>
      </pc:sldChg>
      <pc:sldChg chg="addSp delSp modSp mod setBg modClrScheme setClrOvrMap chgLayout modNotesTx">
        <pc:chgData name="Pooja Chaudhary" userId="0797a4ffb1424043" providerId="LiveId" clId="{DBD0AE2D-0AC8-47ED-AE26-E7EEDC3E99FC}" dt="2026-06-12T18:09:11.489" v="1105" actId="20577"/>
        <pc:sldMkLst>
          <pc:docMk/>
          <pc:sldMk cId="0" sldId="265"/>
        </pc:sldMkLst>
        <pc:spChg chg="del mod ord">
          <ac:chgData name="Pooja Chaudhary" userId="0797a4ffb1424043" providerId="LiveId" clId="{DBD0AE2D-0AC8-47ED-AE26-E7EEDC3E99FC}" dt="2026-06-12T05:16:04.027" v="403" actId="700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16:50.606" v="440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16:50.607" v="442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16:50.607" v="444"/>
          <ac:spMkLst>
            <pc:docMk/>
            <pc:sldMk cId="0" sldId="265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49:45.273" v="589" actId="26606"/>
          <ac:spMkLst>
            <pc:docMk/>
            <pc:sldMk cId="0" sldId="265"/>
            <ac:spMk id="6" creationId="{CA51652E-9EDA-7CF1-9812-098C9C4D9A31}"/>
          </ac:spMkLst>
        </pc:spChg>
        <pc:spChg chg="add mod ord">
          <ac:chgData name="Pooja Chaudhary" userId="0797a4ffb1424043" providerId="LiveId" clId="{DBD0AE2D-0AC8-47ED-AE26-E7EEDC3E99FC}" dt="2026-06-12T05:49:45.273" v="589" actId="26606"/>
          <ac:spMkLst>
            <pc:docMk/>
            <pc:sldMk cId="0" sldId="265"/>
            <ac:spMk id="7" creationId="{E1A79DAB-F23F-FCB0-FE30-E8E82740DAD8}"/>
          </ac:spMkLst>
        </pc:spChg>
        <pc:spChg chg="add del">
          <ac:chgData name="Pooja Chaudhary" userId="0797a4ffb1424043" providerId="LiveId" clId="{DBD0AE2D-0AC8-47ED-AE26-E7EEDC3E99FC}" dt="2026-06-12T05:49:45.223" v="588" actId="26606"/>
          <ac:spMkLst>
            <pc:docMk/>
            <pc:sldMk cId="0" sldId="265"/>
            <ac:spMk id="14" creationId="{95CB840F-8E41-4CA5-B79B-25CC80AD234A}"/>
          </ac:spMkLst>
        </pc:spChg>
        <pc:picChg chg="add mod">
          <ac:chgData name="Pooja Chaudhary" userId="0797a4ffb1424043" providerId="LiveId" clId="{DBD0AE2D-0AC8-47ED-AE26-E7EEDC3E99FC}" dt="2026-06-12T05:49:58.599" v="593" actId="14100"/>
          <ac:picMkLst>
            <pc:docMk/>
            <pc:sldMk cId="0" sldId="265"/>
            <ac:picMk id="9" creationId="{C74B3CB9-B831-5288-84C4-144EB31D0E40}"/>
          </ac:picMkLst>
        </pc:picChg>
      </pc:sldChg>
      <pc:sldChg chg="addSp delSp modSp mod setBg modClrScheme chgLayout modNotesTx">
        <pc:chgData name="Pooja Chaudhary" userId="0797a4ffb1424043" providerId="LiveId" clId="{DBD0AE2D-0AC8-47ED-AE26-E7EEDC3E99FC}" dt="2026-06-12T05:51:23.379" v="599" actId="14100"/>
        <pc:sldMkLst>
          <pc:docMk/>
          <pc:sldMk cId="0" sldId="266"/>
        </pc:sldMkLst>
        <pc:spChg chg="del mod ord">
          <ac:chgData name="Pooja Chaudhary" userId="0797a4ffb1424043" providerId="LiveId" clId="{DBD0AE2D-0AC8-47ED-AE26-E7EEDC3E99FC}" dt="2026-06-11T18:11:10.125" v="0" actId="700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12:02.181" v="6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13:55.722" v="25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1T18:13:46.597" v="12" actId="478"/>
          <ac:spMkLst>
            <pc:docMk/>
            <pc:sldMk cId="0" sldId="266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51:04.574" v="595" actId="26606"/>
          <ac:spMkLst>
            <pc:docMk/>
            <pc:sldMk cId="0" sldId="266"/>
            <ac:spMk id="6" creationId="{456F78F4-3E19-0400-5863-0880C7D2DABB}"/>
          </ac:spMkLst>
        </pc:spChg>
        <pc:spChg chg="add mod ord">
          <ac:chgData name="Pooja Chaudhary" userId="0797a4ffb1424043" providerId="LiveId" clId="{DBD0AE2D-0AC8-47ED-AE26-E7EEDC3E99FC}" dt="2026-06-12T05:51:04.574" v="595" actId="26606"/>
          <ac:spMkLst>
            <pc:docMk/>
            <pc:sldMk cId="0" sldId="266"/>
            <ac:spMk id="7" creationId="{E266659E-4B69-F520-B34C-315E6A880480}"/>
          </ac:spMkLst>
        </pc:spChg>
        <pc:picChg chg="add mod">
          <ac:chgData name="Pooja Chaudhary" userId="0797a4ffb1424043" providerId="LiveId" clId="{DBD0AE2D-0AC8-47ED-AE26-E7EEDC3E99FC}" dt="2026-06-12T05:51:23.379" v="599" actId="14100"/>
          <ac:picMkLst>
            <pc:docMk/>
            <pc:sldMk cId="0" sldId="266"/>
            <ac:picMk id="9" creationId="{F9EC2570-B26C-90FE-A597-16CD91FB0D59}"/>
          </ac:picMkLst>
        </pc:picChg>
      </pc:sldChg>
      <pc:sldChg chg="addSp delSp modSp mod modClrScheme chgLayout modNotesTx">
        <pc:chgData name="Pooja Chaudhary" userId="0797a4ffb1424043" providerId="LiveId" clId="{DBD0AE2D-0AC8-47ED-AE26-E7EEDC3E99FC}" dt="2026-06-12T18:09:30.835" v="1261" actId="20577"/>
        <pc:sldMkLst>
          <pc:docMk/>
          <pc:sldMk cId="0" sldId="267"/>
        </pc:sldMkLst>
        <pc:spChg chg="del mod ord">
          <ac:chgData name="Pooja Chaudhary" userId="0797a4ffb1424043" providerId="LiveId" clId="{DBD0AE2D-0AC8-47ED-AE26-E7EEDC3E99FC}" dt="2026-06-12T05:18:22.755" v="477" actId="700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0:00.150" v="497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0:00.152" v="499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0:00.152" v="501"/>
          <ac:spMkLst>
            <pc:docMk/>
            <pc:sldMk cId="0" sldId="267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20:11.633" v="505" actId="20577"/>
          <ac:spMkLst>
            <pc:docMk/>
            <pc:sldMk cId="0" sldId="267"/>
            <ac:spMk id="6" creationId="{B2CE357A-9576-B5B2-B036-AFFCB825E189}"/>
          </ac:spMkLst>
        </pc:spChg>
        <pc:spChg chg="add mod ord">
          <ac:chgData name="Pooja Chaudhary" userId="0797a4ffb1424043" providerId="LiveId" clId="{DBD0AE2D-0AC8-47ED-AE26-E7EEDC3E99FC}" dt="2026-06-12T05:19:52.351" v="495" actId="20577"/>
          <ac:spMkLst>
            <pc:docMk/>
            <pc:sldMk cId="0" sldId="267"/>
            <ac:spMk id="7" creationId="{BA3943AF-233C-BD40-3F1D-A4410167A9F8}"/>
          </ac:spMkLst>
        </pc:spChg>
      </pc:sldChg>
      <pc:sldChg chg="addSp delSp modSp mod modClrScheme chgLayout modNotesTx">
        <pc:chgData name="Pooja Chaudhary" userId="0797a4ffb1424043" providerId="LiveId" clId="{DBD0AE2D-0AC8-47ED-AE26-E7EEDC3E99FC}" dt="2026-06-12T18:09:45.405" v="1420" actId="20577"/>
        <pc:sldMkLst>
          <pc:docMk/>
          <pc:sldMk cId="0" sldId="268"/>
        </pc:sldMkLst>
        <pc:spChg chg="del mod ord">
          <ac:chgData name="Pooja Chaudhary" userId="0797a4ffb1424043" providerId="LiveId" clId="{DBD0AE2D-0AC8-47ED-AE26-E7EEDC3E99FC}" dt="2026-06-12T05:20:27.868" v="506" actId="700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1:41.905" v="522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1:41.905" v="524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Pooja Chaudhary" userId="0797a4ffb1424043" providerId="LiveId" clId="{DBD0AE2D-0AC8-47ED-AE26-E7EEDC3E99FC}" dt="2026-06-12T05:21:41.905" v="526"/>
          <ac:spMkLst>
            <pc:docMk/>
            <pc:sldMk cId="0" sldId="268"/>
            <ac:spMk id="5" creationId="{00000000-0000-0000-0000-000000000000}"/>
          </ac:spMkLst>
        </pc:spChg>
        <pc:spChg chg="add mod ord">
          <ac:chgData name="Pooja Chaudhary" userId="0797a4ffb1424043" providerId="LiveId" clId="{DBD0AE2D-0AC8-47ED-AE26-E7EEDC3E99FC}" dt="2026-06-12T05:21:32.018" v="518" actId="2711"/>
          <ac:spMkLst>
            <pc:docMk/>
            <pc:sldMk cId="0" sldId="268"/>
            <ac:spMk id="6" creationId="{9A327775-FF3A-E714-6742-9D09D0F1615D}"/>
          </ac:spMkLst>
        </pc:spChg>
        <pc:spChg chg="add mod ord">
          <ac:chgData name="Pooja Chaudhary" userId="0797a4ffb1424043" providerId="LiveId" clId="{DBD0AE2D-0AC8-47ED-AE26-E7EEDC3E99FC}" dt="2026-06-12T05:21:40.966" v="520" actId="2711"/>
          <ac:spMkLst>
            <pc:docMk/>
            <pc:sldMk cId="0" sldId="268"/>
            <ac:spMk id="7" creationId="{0F98AED8-977F-6478-C693-94FEBB600C8B}"/>
          </ac:spMkLst>
        </pc:spChg>
      </pc:sldChg>
      <pc:sldChg chg="del">
        <pc:chgData name="Pooja Chaudhary" userId="0797a4ffb1424043" providerId="LiveId" clId="{DBD0AE2D-0AC8-47ED-AE26-E7EEDC3E99FC}" dt="2026-06-11T18:15:26.660" v="186" actId="47"/>
        <pc:sldMkLst>
          <pc:docMk/>
          <pc:sldMk cId="0" sldId="269"/>
        </pc:sldMkLst>
      </pc:sldChg>
      <pc:sldChg chg="del">
        <pc:chgData name="Pooja Chaudhary" userId="0797a4ffb1424043" providerId="LiveId" clId="{DBD0AE2D-0AC8-47ED-AE26-E7EEDC3E99FC}" dt="2026-06-12T05:21:53.727" v="527" actId="47"/>
        <pc:sldMkLst>
          <pc:docMk/>
          <pc:sldMk cId="0" sldId="270"/>
        </pc:sldMkLst>
      </pc:sldChg>
      <pc:sldChg chg="addSp delSp modSp mod setBg setClrOvrMap">
        <pc:chgData name="Pooja Chaudhary" userId="0797a4ffb1424043" providerId="LiveId" clId="{DBD0AE2D-0AC8-47ED-AE26-E7EEDC3E99FC}" dt="2026-06-12T05:42:30.163" v="576" actId="14100"/>
        <pc:sldMkLst>
          <pc:docMk/>
          <pc:sldMk cId="2203787013" sldId="276"/>
        </pc:sldMkLst>
        <pc:spChg chg="mod">
          <ac:chgData name="Pooja Chaudhary" userId="0797a4ffb1424043" providerId="LiveId" clId="{DBD0AE2D-0AC8-47ED-AE26-E7EEDC3E99FC}" dt="2026-06-12T05:42:12.212" v="571" actId="26606"/>
          <ac:spMkLst>
            <pc:docMk/>
            <pc:sldMk cId="2203787013" sldId="276"/>
            <ac:spMk id="2" creationId="{C2ADBD95-3A17-E526-1EB7-89A6CFD255B1}"/>
          </ac:spMkLst>
        </pc:spChg>
        <pc:spChg chg="mod">
          <ac:chgData name="Pooja Chaudhary" userId="0797a4ffb1424043" providerId="LiveId" clId="{DBD0AE2D-0AC8-47ED-AE26-E7EEDC3E99FC}" dt="2026-06-12T05:42:12.212" v="571" actId="26606"/>
          <ac:spMkLst>
            <pc:docMk/>
            <pc:sldMk cId="2203787013" sldId="276"/>
            <ac:spMk id="3" creationId="{DEF55C6B-2286-DE9C-F68D-93D5159A9491}"/>
          </ac:spMkLst>
        </pc:spChg>
        <pc:spChg chg="add del">
          <ac:chgData name="Pooja Chaudhary" userId="0797a4ffb1424043" providerId="LiveId" clId="{DBD0AE2D-0AC8-47ED-AE26-E7EEDC3E99FC}" dt="2026-06-12T05:42:02.176" v="568" actId="26606"/>
          <ac:spMkLst>
            <pc:docMk/>
            <pc:sldMk cId="2203787013" sldId="276"/>
            <ac:spMk id="14" creationId="{95CB840F-8E41-4CA5-B79B-25CC80AD234A}"/>
          </ac:spMkLst>
        </pc:spChg>
        <pc:spChg chg="add del">
          <ac:chgData name="Pooja Chaudhary" userId="0797a4ffb1424043" providerId="LiveId" clId="{DBD0AE2D-0AC8-47ED-AE26-E7EEDC3E99FC}" dt="2026-06-12T05:42:12.156" v="570" actId="26606"/>
          <ac:spMkLst>
            <pc:docMk/>
            <pc:sldMk cId="2203787013" sldId="276"/>
            <ac:spMk id="16" creationId="{BEF75C5D-2BA1-43DF-A7EA-02C7DEC122DF}"/>
          </ac:spMkLst>
        </pc:spChg>
        <pc:spChg chg="add del">
          <ac:chgData name="Pooja Chaudhary" userId="0797a4ffb1424043" providerId="LiveId" clId="{DBD0AE2D-0AC8-47ED-AE26-E7EEDC3E99FC}" dt="2026-06-12T05:42:12.156" v="570" actId="26606"/>
          <ac:spMkLst>
            <pc:docMk/>
            <pc:sldMk cId="2203787013" sldId="276"/>
            <ac:spMk id="17" creationId="{95CB840F-8E41-4CA5-B79B-25CC80AD234A}"/>
          </ac:spMkLst>
        </pc:spChg>
        <pc:picChg chg="add del mod">
          <ac:chgData name="Pooja Chaudhary" userId="0797a4ffb1424043" providerId="LiveId" clId="{DBD0AE2D-0AC8-47ED-AE26-E7EEDC3E99FC}" dt="2026-06-12T05:38:44.251" v="558" actId="478"/>
          <ac:picMkLst>
            <pc:docMk/>
            <pc:sldMk cId="2203787013" sldId="276"/>
            <ac:picMk id="5" creationId="{D98F7CD3-14CB-C493-63CA-088B1E1F1762}"/>
          </ac:picMkLst>
        </pc:picChg>
        <pc:picChg chg="add del mod">
          <ac:chgData name="Pooja Chaudhary" userId="0797a4ffb1424043" providerId="LiveId" clId="{DBD0AE2D-0AC8-47ED-AE26-E7EEDC3E99FC}" dt="2026-06-12T05:40:00.789" v="561" actId="478"/>
          <ac:picMkLst>
            <pc:docMk/>
            <pc:sldMk cId="2203787013" sldId="276"/>
            <ac:picMk id="7" creationId="{CFDF00C3-FE19-10D9-16A1-1945981911C1}"/>
          </ac:picMkLst>
        </pc:picChg>
        <pc:picChg chg="add mod">
          <ac:chgData name="Pooja Chaudhary" userId="0797a4ffb1424043" providerId="LiveId" clId="{DBD0AE2D-0AC8-47ED-AE26-E7EEDC3E99FC}" dt="2026-06-12T05:42:30.163" v="576" actId="14100"/>
          <ac:picMkLst>
            <pc:docMk/>
            <pc:sldMk cId="2203787013" sldId="276"/>
            <ac:picMk id="9" creationId="{B30457D1-6DA5-9626-E54C-2BC870A6BD49}"/>
          </ac:picMkLst>
        </pc:picChg>
      </pc:sldChg>
      <pc:sldChg chg="modSp new mod">
        <pc:chgData name="Pooja Chaudhary" userId="0797a4ffb1424043" providerId="LiveId" clId="{DBD0AE2D-0AC8-47ED-AE26-E7EEDC3E99FC}" dt="2026-06-12T06:10:01.089" v="622" actId="313"/>
        <pc:sldMkLst>
          <pc:docMk/>
          <pc:sldMk cId="3469675076" sldId="277"/>
        </pc:sldMkLst>
        <pc:spChg chg="mod">
          <ac:chgData name="Pooja Chaudhary" userId="0797a4ffb1424043" providerId="LiveId" clId="{DBD0AE2D-0AC8-47ED-AE26-E7EEDC3E99FC}" dt="2026-06-12T06:09:35.654" v="617" actId="2711"/>
          <ac:spMkLst>
            <pc:docMk/>
            <pc:sldMk cId="3469675076" sldId="277"/>
            <ac:spMk id="2" creationId="{0F06B40B-7B82-0D35-4193-D8DDC2EA6862}"/>
          </ac:spMkLst>
        </pc:spChg>
        <pc:spChg chg="mod">
          <ac:chgData name="Pooja Chaudhary" userId="0797a4ffb1424043" providerId="LiveId" clId="{DBD0AE2D-0AC8-47ED-AE26-E7EEDC3E99FC}" dt="2026-06-12T06:10:01.089" v="622" actId="313"/>
          <ac:spMkLst>
            <pc:docMk/>
            <pc:sldMk cId="3469675076" sldId="277"/>
            <ac:spMk id="3" creationId="{02772D75-7DD4-8B2C-F975-4583028A4FDC}"/>
          </ac:spMkLst>
        </pc:spChg>
      </pc:sldChg>
      <pc:sldChg chg="addSp delSp modSp new mod">
        <pc:chgData name="Pooja Chaudhary" userId="0797a4ffb1424043" providerId="LiveId" clId="{DBD0AE2D-0AC8-47ED-AE26-E7EEDC3E99FC}" dt="2026-06-12T06:13:58.791" v="647" actId="2711"/>
        <pc:sldMkLst>
          <pc:docMk/>
          <pc:sldMk cId="2521815113" sldId="278"/>
        </pc:sldMkLst>
        <pc:spChg chg="mod">
          <ac:chgData name="Pooja Chaudhary" userId="0797a4ffb1424043" providerId="LiveId" clId="{DBD0AE2D-0AC8-47ED-AE26-E7EEDC3E99FC}" dt="2026-06-12T06:13:49.788" v="645" actId="2711"/>
          <ac:spMkLst>
            <pc:docMk/>
            <pc:sldMk cId="2521815113" sldId="278"/>
            <ac:spMk id="2" creationId="{4AAD2E75-BE25-FC84-997E-7716056A49B9}"/>
          </ac:spMkLst>
        </pc:spChg>
        <pc:spChg chg="add del mod">
          <ac:chgData name="Pooja Chaudhary" userId="0797a4ffb1424043" providerId="LiveId" clId="{DBD0AE2D-0AC8-47ED-AE26-E7EEDC3E99FC}" dt="2026-06-12T06:13:58.791" v="647" actId="2711"/>
          <ac:spMkLst>
            <pc:docMk/>
            <pc:sldMk cId="2521815113" sldId="278"/>
            <ac:spMk id="3" creationId="{1AE3D01C-48AA-9A63-BEF0-4A80B1874499}"/>
          </ac:spMkLst>
        </pc:spChg>
        <pc:spChg chg="add mod">
          <ac:chgData name="Pooja Chaudhary" userId="0797a4ffb1424043" providerId="LiveId" clId="{DBD0AE2D-0AC8-47ED-AE26-E7EEDC3E99FC}" dt="2026-06-12T06:11:07.445" v="627"/>
          <ac:spMkLst>
            <pc:docMk/>
            <pc:sldMk cId="2521815113" sldId="278"/>
            <ac:spMk id="4" creationId="{05A20B12-0A6B-2B39-341F-135B7FBB9373}"/>
          </ac:spMkLst>
        </pc:spChg>
        <pc:spChg chg="add mod">
          <ac:chgData name="Pooja Chaudhary" userId="0797a4ffb1424043" providerId="LiveId" clId="{DBD0AE2D-0AC8-47ED-AE26-E7EEDC3E99FC}" dt="2026-06-12T06:11:33.316" v="631"/>
          <ac:spMkLst>
            <pc:docMk/>
            <pc:sldMk cId="2521815113" sldId="278"/>
            <ac:spMk id="5" creationId="{522408E2-A488-4346-1F2F-886F6EA92841}"/>
          </ac:spMkLst>
        </pc:spChg>
        <pc:spChg chg="add mod">
          <ac:chgData name="Pooja Chaudhary" userId="0797a4ffb1424043" providerId="LiveId" clId="{DBD0AE2D-0AC8-47ED-AE26-E7EEDC3E99FC}" dt="2026-06-12T06:12:29.580" v="635"/>
          <ac:spMkLst>
            <pc:docMk/>
            <pc:sldMk cId="2521815113" sldId="278"/>
            <ac:spMk id="6" creationId="{AF7A7EF2-BD12-8AE4-F101-3A9A2DCD52A9}"/>
          </ac:spMkLst>
        </pc:spChg>
        <pc:spChg chg="add mod">
          <ac:chgData name="Pooja Chaudhary" userId="0797a4ffb1424043" providerId="LiveId" clId="{DBD0AE2D-0AC8-47ED-AE26-E7EEDC3E99FC}" dt="2026-06-12T06:12:46.881" v="637"/>
          <ac:spMkLst>
            <pc:docMk/>
            <pc:sldMk cId="2521815113" sldId="278"/>
            <ac:spMk id="7" creationId="{871FF06D-3CA8-AD80-AE2C-FA562F53522F}"/>
          </ac:spMkLst>
        </pc:spChg>
      </pc:sldChg>
      <pc:sldChg chg="addSp delSp modSp new mod">
        <pc:chgData name="Pooja Chaudhary" userId="0797a4ffb1424043" providerId="LiveId" clId="{DBD0AE2D-0AC8-47ED-AE26-E7EEDC3E99FC}" dt="2026-06-12T18:16:45.849" v="1599" actId="2711"/>
        <pc:sldMkLst>
          <pc:docMk/>
          <pc:sldMk cId="743680405" sldId="279"/>
        </pc:sldMkLst>
        <pc:spChg chg="mod">
          <ac:chgData name="Pooja Chaudhary" userId="0797a4ffb1424043" providerId="LiveId" clId="{DBD0AE2D-0AC8-47ED-AE26-E7EEDC3E99FC}" dt="2026-06-12T18:16:37.580" v="1597" actId="2711"/>
          <ac:spMkLst>
            <pc:docMk/>
            <pc:sldMk cId="743680405" sldId="279"/>
            <ac:spMk id="2" creationId="{3D870AE6-0191-8367-5252-FF46E622A7A7}"/>
          </ac:spMkLst>
        </pc:spChg>
        <pc:spChg chg="mod">
          <ac:chgData name="Pooja Chaudhary" userId="0797a4ffb1424043" providerId="LiveId" clId="{DBD0AE2D-0AC8-47ED-AE26-E7EEDC3E99FC}" dt="2026-06-12T18:16:45.849" v="1599" actId="2711"/>
          <ac:spMkLst>
            <pc:docMk/>
            <pc:sldMk cId="743680405" sldId="279"/>
            <ac:spMk id="3" creationId="{2E3AA1BC-ED57-356F-CE9A-F8089463B19D}"/>
          </ac:spMkLst>
        </pc:spChg>
        <pc:spChg chg="add del mod">
          <ac:chgData name="Pooja Chaudhary" userId="0797a4ffb1424043" providerId="LiveId" clId="{DBD0AE2D-0AC8-47ED-AE26-E7EEDC3E99FC}" dt="2026-06-12T18:15:24.515" v="1565" actId="22"/>
          <ac:spMkLst>
            <pc:docMk/>
            <pc:sldMk cId="743680405" sldId="279"/>
            <ac:spMk id="5" creationId="{19C993BF-C317-4F1A-8126-1B3E3574C0B2}"/>
          </ac:spMkLst>
        </pc:spChg>
      </pc:sldChg>
      <pc:sldChg chg="new del">
        <pc:chgData name="Pooja Chaudhary" userId="0797a4ffb1424043" providerId="LiveId" clId="{DBD0AE2D-0AC8-47ED-AE26-E7EEDC3E99FC}" dt="2026-06-12T06:15:21.464" v="649" actId="47"/>
        <pc:sldMkLst>
          <pc:docMk/>
          <pc:sldMk cId="363686397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01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8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9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0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9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6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9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1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4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1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7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2137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7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36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55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7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8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20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76BAAA-75A1-48AA-B7DE-B6B80709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65A5F259-CDF7-4A15-A66C-A9939D23E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289865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257301"/>
            <a:ext cx="5390989" cy="43433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Performance &amp; Profit Analysis</a:t>
            </a:r>
            <a:br>
              <a:rPr lang="en-IN" sz="5400" dirty="0"/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By-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Pooja Chaudhary Pawar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69DA-53DA-6532-7E16-BEF4E719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526C-B26E-AAD5-2090-AC9601887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sales, profit, customer behavior, product performance and regional trends to support data-driven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74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270-DA9F-839E-5433-7F070891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0E91-A706-F46E-8352-648B71830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Used-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Excel, Power Query, MySQL, Python (Pandas, Matplotlib), Power BI, DAX, Data Modeling.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14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7CC-657A-19E4-749B-B12779D4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AA56-4410-BA4F-0493-0EC29AF6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 -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invalid records, fixed date formats, handled missing values, created Revenue column and validated data.</a:t>
            </a:r>
          </a:p>
          <a:p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08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FB60-8CA7-9F02-BF28-4782AA03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4A39-D65E-5031-51FC-A23A6675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Queries -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Revenue, Top 10 Products, Revenue by Region, Customers with Multiple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99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A84B-B113-A465-A736-C256F8C9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EDA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A83C-1884-20C5-A1B6-402D175C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trends, category performance, customer behavior, and business visualizations.</a:t>
            </a:r>
          </a:p>
          <a:p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33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BD95-3A17-E526-1EB7-89A6CFD2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25" y="643467"/>
            <a:ext cx="2959794" cy="1956298"/>
          </a:xfrm>
        </p:spPr>
        <p:txBody>
          <a:bodyPr>
            <a:normAutofit/>
          </a:bodyPr>
          <a:lstStyle/>
          <a:p>
            <a:pPr algn="l"/>
            <a:r>
              <a:rPr lang="en-IN" sz="3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br>
              <a:rPr lang="en-IN" sz="3100"/>
            </a:br>
            <a:endParaRPr lang="en-IN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5C6B-2286-DE9C-F68D-93D5159A9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6" y="643467"/>
            <a:ext cx="4822920" cy="1956298"/>
          </a:xfrm>
        </p:spPr>
        <p:txBody>
          <a:bodyPr anchor="ctr">
            <a:normAutofit/>
          </a:bodyPr>
          <a:lstStyle/>
          <a:p>
            <a:pPr>
              <a:buClr>
                <a:srgbClr val="FAA72A"/>
              </a:buClr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KPIs: Revenue, Profit, Orders, Customers, AOV. Visuals: Revenue Trend, Category Analysis, Regional Revenue.</a:t>
            </a:r>
          </a:p>
          <a:p>
            <a:pPr>
              <a:buClr>
                <a:srgbClr val="FAA72A"/>
              </a:buClr>
            </a:pPr>
            <a:endParaRPr lang="en-IN"/>
          </a:p>
          <a:p>
            <a:pPr>
              <a:buClr>
                <a:srgbClr val="FAA72A"/>
              </a:buClr>
            </a:pP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0457D1-6DA5-9626-E54C-2BC870A6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54" y="2281084"/>
            <a:ext cx="8402443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8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7404AD-2BCC-50EB-5E6C-9888392E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25" y="643467"/>
            <a:ext cx="2959794" cy="1956298"/>
          </a:xfrm>
        </p:spPr>
        <p:txBody>
          <a:bodyPr>
            <a:normAutofit/>
          </a:bodyPr>
          <a:lstStyle/>
          <a:p>
            <a:pPr algn="l"/>
            <a:r>
              <a:rPr lang="en-IN" sz="3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Dashboard</a:t>
            </a:r>
            <a:br>
              <a:rPr lang="en-IN" sz="3100"/>
            </a:br>
            <a:endParaRPr lang="en-IN" sz="31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30AE57-133E-2C77-E331-604187A7E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6" y="643467"/>
            <a:ext cx="4822920" cy="1956298"/>
          </a:xfrm>
        </p:spPr>
        <p:txBody>
          <a:bodyPr anchor="ctr">
            <a:normAutofit/>
          </a:bodyPr>
          <a:lstStyle/>
          <a:p>
            <a:pPr>
              <a:buClr>
                <a:srgbClr val="F4A93D"/>
              </a:buClr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Growth, Profit Margin, Monthly Trend, Discount vs Profit Scatter Plot, Sales Performance Analysis.</a:t>
            </a:r>
          </a:p>
          <a:p>
            <a:pPr>
              <a:buClr>
                <a:srgbClr val="F4A93D"/>
              </a:buClr>
            </a:pP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D788E9-322C-6B00-8E68-041FE47C0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1" y="2952377"/>
            <a:ext cx="5500471" cy="3107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2A5DC9-3D6F-223A-790B-4254073D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609600"/>
            <a:ext cx="2309062" cy="97045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20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 Dashboard</a:t>
            </a:r>
            <a:br>
              <a:rPr lang="en-IN" sz="20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</a:br>
            <a:endParaRPr lang="en-IN" sz="20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C794C9-B391-CBAC-6DB0-F925C8F3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49"/>
            <a:ext cx="2309062" cy="4482084"/>
          </a:xfrm>
        </p:spPr>
        <p:txBody>
          <a:bodyPr anchor="t">
            <a:normAutofit/>
          </a:bodyPr>
          <a:lstStyle/>
          <a:p>
            <a:r>
              <a:rPr lang="en-US" sz="14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 by Revenue, Category Revenue, Treemap Analysis, Product Profitability.</a:t>
            </a:r>
          </a:p>
          <a:p>
            <a:endParaRPr lang="en-IN" sz="14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78206-D587-C33B-625F-D60C53A7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61" y="2040366"/>
            <a:ext cx="6213987" cy="437026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51652E-9EDA-7CF1-9812-098C9C4D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25" y="643467"/>
            <a:ext cx="2959794" cy="1956298"/>
          </a:xfrm>
        </p:spPr>
        <p:txBody>
          <a:bodyPr>
            <a:normAutofit/>
          </a:bodyPr>
          <a:lstStyle/>
          <a:p>
            <a:pPr algn="l"/>
            <a:r>
              <a:rPr lang="en-IN" sz="3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</a:t>
            </a:r>
            <a:br>
              <a:rPr lang="en-IN" sz="3100"/>
            </a:br>
            <a:endParaRPr lang="en-IN" sz="31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A79DAB-F23F-FCB0-FE30-E8E82740D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6" y="643467"/>
            <a:ext cx="4822920" cy="1956298"/>
          </a:xfrm>
        </p:spPr>
        <p:txBody>
          <a:bodyPr anchor="ctr">
            <a:normAutofit/>
          </a:bodyPr>
          <a:lstStyle/>
          <a:p>
            <a:pPr>
              <a:buClr>
                <a:srgbClr val="EF4814"/>
              </a:buClr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Growth Trend, Top Customers by Revenue, Orders per Customer.</a:t>
            </a:r>
          </a:p>
          <a:p>
            <a:pPr>
              <a:buClr>
                <a:srgbClr val="EF4814"/>
              </a:buClr>
            </a:pP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4B3CB9-B831-5288-84C4-144EB31D0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7" y="2599765"/>
            <a:ext cx="9075174" cy="40566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6F78F4-3E19-0400-5863-0880C7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25" y="4208220"/>
            <a:ext cx="2959794" cy="1850651"/>
          </a:xfrm>
        </p:spPr>
        <p:txBody>
          <a:bodyPr>
            <a:normAutofit/>
          </a:bodyPr>
          <a:lstStyle/>
          <a:p>
            <a:pPr algn="l"/>
            <a:r>
              <a:rPr lang="en-IN" sz="3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Dashboard</a:t>
            </a:r>
            <a:br>
              <a:rPr lang="en-IN" sz="3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1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C2570-B26C-90FE-A597-16CD91FB0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255640"/>
            <a:ext cx="8195145" cy="41885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66659E-4B69-F520-B34C-315E6A88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6" y="4208220"/>
            <a:ext cx="4822920" cy="1850651"/>
          </a:xfrm>
        </p:spPr>
        <p:txBody>
          <a:bodyPr anchor="ctr">
            <a:normAutofit/>
          </a:bodyPr>
          <a:lstStyle/>
          <a:p>
            <a:pPr>
              <a:buClr>
                <a:srgbClr val="F4A83D"/>
              </a:buClr>
            </a:pPr>
            <a:r>
              <a:rPr lang="en-US" dirty="0"/>
              <a:t>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by Region, Profit by Region, Top States by Revenue, Regional Comparison</a:t>
            </a:r>
            <a:endParaRPr lang="en-IN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4A83D"/>
              </a:buClr>
            </a:pP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CE357A-9576-B5B2-B036-AFFCB825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3943AF-233C-BD40-3F1D-A4410167A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-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best-selling products, profitable regions, customer contribution, and sales opportunities.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327775-FF3A-E714-6742-9D09D0F1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98AED8-977F-6478-C693-94FEBB60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-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discounts, focus on high-margin products, target high-value customers.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B40B-7B82-0D35-4193-D8DDC2EA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2D75-7DD4-8B2C-F975-4583028A4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analysed Superstore sales data using Excel, SQL, Python, and Power BI.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transformed data to ensure accurate analysis.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top-performing products, customers, and regions.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Analysed sales trends, profitability, and customer behaviour.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Power BI dashboard with key business KPIs.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actionable insights to support data-driven decision-making. 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Recommended focusing on high-profit products, valuable customers, and optimized discount strategies</a:t>
            </a:r>
          </a:p>
          <a:p>
            <a:pPr marL="3690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675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2E75-BE25-FC84-997E-7716056A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D01C-48AA-9A63-BEF0-4A80B1874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using Machine Learning.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and retention analysis.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and demand forecasting.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analytics for business growth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81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0AE6-0191-8367-5252-FF46E622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AA1BC-ED57-356F-CE9A-F8089463B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Dataset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&amp; Power Query Documentation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Matplotlib Documentation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43680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2189</TotalTime>
  <Words>391</Words>
  <Application>Microsoft Office PowerPoint</Application>
  <PresentationFormat>On-screen Show (4:3)</PresentationFormat>
  <Paragraphs>51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Calisto MT</vt:lpstr>
      <vt:lpstr>Times New Roman</vt:lpstr>
      <vt:lpstr>Wingdings 2</vt:lpstr>
      <vt:lpstr>Slate</vt:lpstr>
      <vt:lpstr>Superstore Sales Performance &amp; Profit Analysis   By- Pooja Chaudhary Pawar</vt:lpstr>
      <vt:lpstr>Business Goal</vt:lpstr>
      <vt:lpstr>Tools &amp; Technologies </vt:lpstr>
      <vt:lpstr>Data Preparation </vt:lpstr>
      <vt:lpstr>SQL Analysis </vt:lpstr>
      <vt:lpstr>Python EDA </vt:lpstr>
      <vt:lpstr>Dashboard Overview </vt:lpstr>
      <vt:lpstr>Sales Dashboard </vt:lpstr>
      <vt:lpstr>Products Dashboard </vt:lpstr>
      <vt:lpstr>Customer Dashboard </vt:lpstr>
      <vt:lpstr>Regional Dashboard </vt:lpstr>
      <vt:lpstr>Business Insights </vt:lpstr>
      <vt:lpstr>Business Recommendations </vt:lpstr>
      <vt:lpstr>Conclusion</vt:lpstr>
      <vt:lpstr>Future Scope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Chaudhary</cp:lastModifiedBy>
  <cp:revision>2</cp:revision>
  <dcterms:created xsi:type="dcterms:W3CDTF">2013-01-27T09:14:16Z</dcterms:created>
  <dcterms:modified xsi:type="dcterms:W3CDTF">2026-06-12T18:16:53Z</dcterms:modified>
  <cp:category/>
</cp:coreProperties>
</file>